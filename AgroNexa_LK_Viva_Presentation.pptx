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3" r:id="rId4"/>
    <p:sldId id="258" r:id="rId5"/>
    <p:sldId id="260" r:id="rId6"/>
    <p:sldId id="259" r:id="rId7"/>
    <p:sldId id="261" r:id="rId8"/>
    <p:sldId id="262" r:id="rId9"/>
    <p:sldId id="268" r:id="rId10"/>
    <p:sldId id="269" r:id="rId11"/>
    <p:sldId id="270" r:id="rId12"/>
    <p:sldId id="271" r:id="rId13"/>
    <p:sldId id="27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7CC14E-68E6-4D7B-880F-381AD5EA253D}" v="4" dt="2026-07-04T03:45:58.9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37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shminda Aluvihare" userId="798b8f6c71a6bffb" providerId="LiveId" clId="{FBD2B26A-9B29-4DAC-98CF-D7D3CCE93732}"/>
    <pc:docChg chg="undo redo custSel addSld delSld modSld sldOrd">
      <pc:chgData name="Rashminda Aluvihare" userId="798b8f6c71a6bffb" providerId="LiveId" clId="{FBD2B26A-9B29-4DAC-98CF-D7D3CCE93732}" dt="2026-07-04T03:51:26.690" v="1077" actId="1076"/>
      <pc:docMkLst>
        <pc:docMk/>
      </pc:docMkLst>
      <pc:sldChg chg="addSp delSp modSp mod">
        <pc:chgData name="Rashminda Aluvihare" userId="798b8f6c71a6bffb" providerId="LiveId" clId="{FBD2B26A-9B29-4DAC-98CF-D7D3CCE93732}" dt="2026-07-04T03:44:07.094" v="964" actId="22"/>
        <pc:sldMkLst>
          <pc:docMk/>
          <pc:sldMk cId="0" sldId="256"/>
        </pc:sldMkLst>
        <pc:spChg chg="add del mod">
          <ac:chgData name="Rashminda Aluvihare" userId="798b8f6c71a6bffb" providerId="LiveId" clId="{FBD2B26A-9B29-4DAC-98CF-D7D3CCE93732}" dt="2026-07-04T03:38:58.939" v="929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Rashminda Aluvihare" userId="798b8f6c71a6bffb" providerId="LiveId" clId="{FBD2B26A-9B29-4DAC-98CF-D7D3CCE93732}" dt="2026-07-04T03:37:43.732" v="914" actId="14100"/>
          <ac:spMkLst>
            <pc:docMk/>
            <pc:sldMk cId="0" sldId="256"/>
            <ac:spMk id="3" creationId="{00000000-0000-0000-0000-000000000000}"/>
          </ac:spMkLst>
        </pc:spChg>
        <pc:spChg chg="mod">
          <ac:chgData name="Rashminda Aluvihare" userId="798b8f6c71a6bffb" providerId="LiveId" clId="{FBD2B26A-9B29-4DAC-98CF-D7D3CCE93732}" dt="2026-07-04T03:40:10.947" v="940" actId="404"/>
          <ac:spMkLst>
            <pc:docMk/>
            <pc:sldMk cId="0" sldId="256"/>
            <ac:spMk id="4" creationId="{00000000-0000-0000-0000-000000000000}"/>
          </ac:spMkLst>
        </pc:spChg>
        <pc:spChg chg="add del">
          <ac:chgData name="Rashminda Aluvihare" userId="798b8f6c71a6bffb" providerId="LiveId" clId="{FBD2B26A-9B29-4DAC-98CF-D7D3CCE93732}" dt="2026-07-04T03:44:07.094" v="964" actId="22"/>
          <ac:spMkLst>
            <pc:docMk/>
            <pc:sldMk cId="0" sldId="256"/>
            <ac:spMk id="7" creationId="{D625014B-B2A8-5EC4-DA2C-07A8A5F34CF8}"/>
          </ac:spMkLst>
        </pc:spChg>
        <pc:picChg chg="mod">
          <ac:chgData name="Rashminda Aluvihare" userId="798b8f6c71a6bffb" providerId="LiveId" clId="{FBD2B26A-9B29-4DAC-98CF-D7D3CCE93732}" dt="2026-07-04T03:41:05.959" v="957" actId="1038"/>
          <ac:picMkLst>
            <pc:docMk/>
            <pc:sldMk cId="0" sldId="256"/>
            <ac:picMk id="5" creationId="{00000000-0000-0000-0000-000000000000}"/>
          </ac:picMkLst>
        </pc:picChg>
      </pc:sldChg>
      <pc:sldChg chg="addSp delSp modSp mod">
        <pc:chgData name="Rashminda Aluvihare" userId="798b8f6c71a6bffb" providerId="LiveId" clId="{FBD2B26A-9B29-4DAC-98CF-D7D3CCE93732}" dt="2026-07-04T03:47:29.563" v="987" actId="22"/>
        <pc:sldMkLst>
          <pc:docMk/>
          <pc:sldMk cId="0" sldId="257"/>
        </pc:sldMkLst>
        <pc:spChg chg="mod">
          <ac:chgData name="Rashminda Aluvihare" userId="798b8f6c71a6bffb" providerId="LiveId" clId="{FBD2B26A-9B29-4DAC-98CF-D7D3CCE93732}" dt="2026-07-04T03:45:03.188" v="974"/>
          <ac:spMkLst>
            <pc:docMk/>
            <pc:sldMk cId="0" sldId="257"/>
            <ac:spMk id="2" creationId="{00000000-0000-0000-0000-000000000000}"/>
          </ac:spMkLst>
        </pc:spChg>
        <pc:spChg chg="mod">
          <ac:chgData name="Rashminda Aluvihare" userId="798b8f6c71a6bffb" providerId="LiveId" clId="{FBD2B26A-9B29-4DAC-98CF-D7D3CCE93732}" dt="2026-07-04T03:46:38.167" v="985" actId="1076"/>
          <ac:spMkLst>
            <pc:docMk/>
            <pc:sldMk cId="0" sldId="257"/>
            <ac:spMk id="4" creationId="{00000000-0000-0000-0000-000000000000}"/>
          </ac:spMkLst>
        </pc:spChg>
        <pc:spChg chg="del mod">
          <ac:chgData name="Rashminda Aluvihare" userId="798b8f6c71a6bffb" providerId="LiveId" clId="{FBD2B26A-9B29-4DAC-98CF-D7D3CCE93732}" dt="2026-07-04T03:42:38.055" v="958" actId="478"/>
          <ac:spMkLst>
            <pc:docMk/>
            <pc:sldMk cId="0" sldId="257"/>
            <ac:spMk id="5" creationId="{00000000-0000-0000-0000-000000000000}"/>
          </ac:spMkLst>
        </pc:spChg>
        <pc:spChg chg="add del">
          <ac:chgData name="Rashminda Aluvihare" userId="798b8f6c71a6bffb" providerId="LiveId" clId="{FBD2B26A-9B29-4DAC-98CF-D7D3CCE93732}" dt="2026-07-04T03:47:29.563" v="987" actId="22"/>
          <ac:spMkLst>
            <pc:docMk/>
            <pc:sldMk cId="0" sldId="257"/>
            <ac:spMk id="7" creationId="{903755E0-D0AD-6622-2659-B52523AB9D8A}"/>
          </ac:spMkLst>
        </pc:spChg>
        <pc:picChg chg="del">
          <ac:chgData name="Rashminda Aluvihare" userId="798b8f6c71a6bffb" providerId="LiveId" clId="{FBD2B26A-9B29-4DAC-98CF-D7D3CCE93732}" dt="2026-07-04T03:29:06.424" v="466" actId="478"/>
          <ac:picMkLst>
            <pc:docMk/>
            <pc:sldMk cId="0" sldId="257"/>
            <ac:picMk id="3" creationId="{00000000-0000-0000-0000-000000000000}"/>
          </ac:picMkLst>
        </pc:picChg>
      </pc:sldChg>
      <pc:sldChg chg="delSp modSp mod">
        <pc:chgData name="Rashminda Aluvihare" userId="798b8f6c71a6bffb" providerId="LiveId" clId="{FBD2B26A-9B29-4DAC-98CF-D7D3CCE93732}" dt="2026-07-04T03:47:46.221" v="990" actId="20577"/>
        <pc:sldMkLst>
          <pc:docMk/>
          <pc:sldMk cId="0" sldId="258"/>
        </pc:sldMkLst>
        <pc:spChg chg="mod">
          <ac:chgData name="Rashminda Aluvihare" userId="798b8f6c71a6bffb" providerId="LiveId" clId="{FBD2B26A-9B29-4DAC-98CF-D7D3CCE93732}" dt="2026-07-04T03:29:50.610" v="493" actId="2711"/>
          <ac:spMkLst>
            <pc:docMk/>
            <pc:sldMk cId="0" sldId="258"/>
            <ac:spMk id="2" creationId="{00000000-0000-0000-0000-000000000000}"/>
          </ac:spMkLst>
        </pc:spChg>
        <pc:spChg chg="mod">
          <ac:chgData name="Rashminda Aluvihare" userId="798b8f6c71a6bffb" providerId="LiveId" clId="{FBD2B26A-9B29-4DAC-98CF-D7D3CCE93732}" dt="2026-07-04T03:47:44.084" v="988" actId="20577"/>
          <ac:spMkLst>
            <pc:docMk/>
            <pc:sldMk cId="0" sldId="258"/>
            <ac:spMk id="4" creationId="{00000000-0000-0000-0000-000000000000}"/>
          </ac:spMkLst>
        </pc:spChg>
        <pc:spChg chg="mod">
          <ac:chgData name="Rashminda Aluvihare" userId="798b8f6c71a6bffb" providerId="LiveId" clId="{FBD2B26A-9B29-4DAC-98CF-D7D3CCE93732}" dt="2026-07-04T03:47:46.221" v="990" actId="20577"/>
          <ac:spMkLst>
            <pc:docMk/>
            <pc:sldMk cId="0" sldId="258"/>
            <ac:spMk id="5" creationId="{00000000-0000-0000-0000-000000000000}"/>
          </ac:spMkLst>
        </pc:spChg>
        <pc:picChg chg="del">
          <ac:chgData name="Rashminda Aluvihare" userId="798b8f6c71a6bffb" providerId="LiveId" clId="{FBD2B26A-9B29-4DAC-98CF-D7D3CCE93732}" dt="2026-07-04T03:29:55.761" v="494" actId="478"/>
          <ac:picMkLst>
            <pc:docMk/>
            <pc:sldMk cId="0" sldId="258"/>
            <ac:picMk id="3" creationId="{00000000-0000-0000-0000-000000000000}"/>
          </ac:picMkLst>
        </pc:picChg>
      </pc:sldChg>
      <pc:sldChg chg="delSp modSp mod">
        <pc:chgData name="Rashminda Aluvihare" userId="798b8f6c71a6bffb" providerId="LiveId" clId="{FBD2B26A-9B29-4DAC-98CF-D7D3CCE93732}" dt="2026-07-04T03:30:13.340" v="501" actId="478"/>
        <pc:sldMkLst>
          <pc:docMk/>
          <pc:sldMk cId="0" sldId="259"/>
        </pc:sldMkLst>
        <pc:spChg chg="mod">
          <ac:chgData name="Rashminda Aluvihare" userId="798b8f6c71a6bffb" providerId="LiveId" clId="{FBD2B26A-9B29-4DAC-98CF-D7D3CCE93732}" dt="2026-07-04T03:30:10.710" v="500" actId="2711"/>
          <ac:spMkLst>
            <pc:docMk/>
            <pc:sldMk cId="0" sldId="259"/>
            <ac:spMk id="2" creationId="{00000000-0000-0000-0000-000000000000}"/>
          </ac:spMkLst>
        </pc:spChg>
        <pc:spChg chg="mod">
          <ac:chgData name="Rashminda Aluvihare" userId="798b8f6c71a6bffb" providerId="LiveId" clId="{FBD2B26A-9B29-4DAC-98CF-D7D3CCE93732}" dt="2026-07-04T03:26:19.732" v="264" actId="2710"/>
          <ac:spMkLst>
            <pc:docMk/>
            <pc:sldMk cId="0" sldId="259"/>
            <ac:spMk id="4" creationId="{00000000-0000-0000-0000-000000000000}"/>
          </ac:spMkLst>
        </pc:spChg>
        <pc:spChg chg="mod">
          <ac:chgData name="Rashminda Aluvihare" userId="798b8f6c71a6bffb" providerId="LiveId" clId="{FBD2B26A-9B29-4DAC-98CF-D7D3CCE93732}" dt="2026-07-04T03:26:27.035" v="265" actId="2710"/>
          <ac:spMkLst>
            <pc:docMk/>
            <pc:sldMk cId="0" sldId="259"/>
            <ac:spMk id="5" creationId="{00000000-0000-0000-0000-000000000000}"/>
          </ac:spMkLst>
        </pc:spChg>
        <pc:picChg chg="del">
          <ac:chgData name="Rashminda Aluvihare" userId="798b8f6c71a6bffb" providerId="LiveId" clId="{FBD2B26A-9B29-4DAC-98CF-D7D3CCE93732}" dt="2026-07-04T03:30:13.340" v="501" actId="478"/>
          <ac:picMkLst>
            <pc:docMk/>
            <pc:sldMk cId="0" sldId="259"/>
            <ac:picMk id="3" creationId="{00000000-0000-0000-0000-000000000000}"/>
          </ac:picMkLst>
        </pc:picChg>
      </pc:sldChg>
      <pc:sldChg chg="delSp modSp mod ord">
        <pc:chgData name="Rashminda Aluvihare" userId="798b8f6c71a6bffb" providerId="LiveId" clId="{FBD2B26A-9B29-4DAC-98CF-D7D3CCE93732}" dt="2026-07-04T03:48:27.855" v="992"/>
        <pc:sldMkLst>
          <pc:docMk/>
          <pc:sldMk cId="0" sldId="260"/>
        </pc:sldMkLst>
        <pc:spChg chg="mod">
          <ac:chgData name="Rashminda Aluvihare" userId="798b8f6c71a6bffb" providerId="LiveId" clId="{FBD2B26A-9B29-4DAC-98CF-D7D3CCE93732}" dt="2026-07-04T03:30:46.079" v="521" actId="122"/>
          <ac:spMkLst>
            <pc:docMk/>
            <pc:sldMk cId="0" sldId="260"/>
            <ac:spMk id="2" creationId="{00000000-0000-0000-0000-000000000000}"/>
          </ac:spMkLst>
        </pc:spChg>
        <pc:spChg chg="mod">
          <ac:chgData name="Rashminda Aluvihare" userId="798b8f6c71a6bffb" providerId="LiveId" clId="{FBD2B26A-9B29-4DAC-98CF-D7D3CCE93732}" dt="2026-07-04T03:25:09.334" v="209" actId="403"/>
          <ac:spMkLst>
            <pc:docMk/>
            <pc:sldMk cId="0" sldId="260"/>
            <ac:spMk id="4" creationId="{00000000-0000-0000-0000-000000000000}"/>
          </ac:spMkLst>
        </pc:spChg>
        <pc:spChg chg="mod">
          <ac:chgData name="Rashminda Aluvihare" userId="798b8f6c71a6bffb" providerId="LiveId" clId="{FBD2B26A-9B29-4DAC-98CF-D7D3CCE93732}" dt="2026-07-04T03:25:15.064" v="210" actId="403"/>
          <ac:spMkLst>
            <pc:docMk/>
            <pc:sldMk cId="0" sldId="260"/>
            <ac:spMk id="5" creationId="{00000000-0000-0000-0000-000000000000}"/>
          </ac:spMkLst>
        </pc:spChg>
        <pc:spChg chg="mod">
          <ac:chgData name="Rashminda Aluvihare" userId="798b8f6c71a6bffb" providerId="LiveId" clId="{FBD2B26A-9B29-4DAC-98CF-D7D3CCE93732}" dt="2026-07-04T03:25:20.204" v="211" actId="403"/>
          <ac:spMkLst>
            <pc:docMk/>
            <pc:sldMk cId="0" sldId="260"/>
            <ac:spMk id="6" creationId="{00000000-0000-0000-0000-000000000000}"/>
          </ac:spMkLst>
        </pc:spChg>
        <pc:spChg chg="mod">
          <ac:chgData name="Rashminda Aluvihare" userId="798b8f6c71a6bffb" providerId="LiveId" clId="{FBD2B26A-9B29-4DAC-98CF-D7D3CCE93732}" dt="2026-07-04T03:25:23.268" v="212" actId="403"/>
          <ac:spMkLst>
            <pc:docMk/>
            <pc:sldMk cId="0" sldId="260"/>
            <ac:spMk id="7" creationId="{00000000-0000-0000-0000-000000000000}"/>
          </ac:spMkLst>
        </pc:spChg>
        <pc:spChg chg="mod">
          <ac:chgData name="Rashminda Aluvihare" userId="798b8f6c71a6bffb" providerId="LiveId" clId="{FBD2B26A-9B29-4DAC-98CF-D7D3CCE93732}" dt="2026-07-04T03:25:26.370" v="213" actId="403"/>
          <ac:spMkLst>
            <pc:docMk/>
            <pc:sldMk cId="0" sldId="260"/>
            <ac:spMk id="8" creationId="{00000000-0000-0000-0000-000000000000}"/>
          </ac:spMkLst>
        </pc:spChg>
        <pc:spChg chg="mod">
          <ac:chgData name="Rashminda Aluvihare" userId="798b8f6c71a6bffb" providerId="LiveId" clId="{FBD2B26A-9B29-4DAC-98CF-D7D3CCE93732}" dt="2026-07-04T03:25:29.340" v="214" actId="403"/>
          <ac:spMkLst>
            <pc:docMk/>
            <pc:sldMk cId="0" sldId="260"/>
            <ac:spMk id="9" creationId="{00000000-0000-0000-0000-000000000000}"/>
          </ac:spMkLst>
        </pc:spChg>
        <pc:spChg chg="mod">
          <ac:chgData name="Rashminda Aluvihare" userId="798b8f6c71a6bffb" providerId="LiveId" clId="{FBD2B26A-9B29-4DAC-98CF-D7D3CCE93732}" dt="2026-07-04T03:25:32.127" v="215" actId="403"/>
          <ac:spMkLst>
            <pc:docMk/>
            <pc:sldMk cId="0" sldId="260"/>
            <ac:spMk id="10" creationId="{00000000-0000-0000-0000-000000000000}"/>
          </ac:spMkLst>
        </pc:spChg>
        <pc:spChg chg="mod">
          <ac:chgData name="Rashminda Aluvihare" userId="798b8f6c71a6bffb" providerId="LiveId" clId="{FBD2B26A-9B29-4DAC-98CF-D7D3CCE93732}" dt="2026-07-04T03:25:37.595" v="216" actId="403"/>
          <ac:spMkLst>
            <pc:docMk/>
            <pc:sldMk cId="0" sldId="260"/>
            <ac:spMk id="11" creationId="{00000000-0000-0000-0000-000000000000}"/>
          </ac:spMkLst>
        </pc:spChg>
        <pc:spChg chg="mod">
          <ac:chgData name="Rashminda Aluvihare" userId="798b8f6c71a6bffb" providerId="LiveId" clId="{FBD2B26A-9B29-4DAC-98CF-D7D3CCE93732}" dt="2026-07-04T03:25:40.701" v="217" actId="403"/>
          <ac:spMkLst>
            <pc:docMk/>
            <pc:sldMk cId="0" sldId="260"/>
            <ac:spMk id="12" creationId="{00000000-0000-0000-0000-000000000000}"/>
          </ac:spMkLst>
        </pc:spChg>
        <pc:picChg chg="del">
          <ac:chgData name="Rashminda Aluvihare" userId="798b8f6c71a6bffb" providerId="LiveId" clId="{FBD2B26A-9B29-4DAC-98CF-D7D3CCE93732}" dt="2026-07-04T03:30:49.780" v="522" actId="478"/>
          <ac:picMkLst>
            <pc:docMk/>
            <pc:sldMk cId="0" sldId="260"/>
            <ac:picMk id="3" creationId="{00000000-0000-0000-0000-000000000000}"/>
          </ac:picMkLst>
        </pc:picChg>
      </pc:sldChg>
      <pc:sldChg chg="addSp delSp modSp mod">
        <pc:chgData name="Rashminda Aluvihare" userId="798b8f6c71a6bffb" providerId="LiveId" clId="{FBD2B26A-9B29-4DAC-98CF-D7D3CCE93732}" dt="2026-07-04T03:24:51.169" v="208" actId="122"/>
        <pc:sldMkLst>
          <pc:docMk/>
          <pc:sldMk cId="0" sldId="261"/>
        </pc:sldMkLst>
        <pc:spChg chg="mod">
          <ac:chgData name="Rashminda Aluvihare" userId="798b8f6c71a6bffb" providerId="LiveId" clId="{FBD2B26A-9B29-4DAC-98CF-D7D3CCE93732}" dt="2026-07-04T03:24:51.169" v="208" actId="122"/>
          <ac:spMkLst>
            <pc:docMk/>
            <pc:sldMk cId="0" sldId="261"/>
            <ac:spMk id="2" creationId="{00000000-0000-0000-0000-000000000000}"/>
          </ac:spMkLst>
        </pc:spChg>
        <pc:spChg chg="del mod">
          <ac:chgData name="Rashminda Aluvihare" userId="798b8f6c71a6bffb" providerId="LiveId" clId="{FBD2B26A-9B29-4DAC-98CF-D7D3CCE93732}" dt="2026-07-04T03:24:10.772" v="130" actId="478"/>
          <ac:spMkLst>
            <pc:docMk/>
            <pc:sldMk cId="0" sldId="261"/>
            <ac:spMk id="4" creationId="{00000000-0000-0000-0000-000000000000}"/>
          </ac:spMkLst>
        </pc:spChg>
        <pc:spChg chg="del">
          <ac:chgData name="Rashminda Aluvihare" userId="798b8f6c71a6bffb" providerId="LiveId" clId="{FBD2B26A-9B29-4DAC-98CF-D7D3CCE93732}" dt="2026-07-04T03:20:12.574" v="6" actId="478"/>
          <ac:spMkLst>
            <pc:docMk/>
            <pc:sldMk cId="0" sldId="261"/>
            <ac:spMk id="5" creationId="{00000000-0000-0000-0000-000000000000}"/>
          </ac:spMkLst>
        </pc:spChg>
        <pc:spChg chg="add mod">
          <ac:chgData name="Rashminda Aluvihare" userId="798b8f6c71a6bffb" providerId="LiveId" clId="{FBD2B26A-9B29-4DAC-98CF-D7D3CCE93732}" dt="2026-07-04T03:24:33.814" v="136" actId="12"/>
          <ac:spMkLst>
            <pc:docMk/>
            <pc:sldMk cId="0" sldId="261"/>
            <ac:spMk id="8" creationId="{226D7EBE-F34A-5134-94C3-856F036C533E}"/>
          </ac:spMkLst>
        </pc:spChg>
        <pc:picChg chg="del">
          <ac:chgData name="Rashminda Aluvihare" userId="798b8f6c71a6bffb" providerId="LiveId" clId="{FBD2B26A-9B29-4DAC-98CF-D7D3CCE93732}" dt="2026-07-04T03:20:09.735" v="5" actId="478"/>
          <ac:picMkLst>
            <pc:docMk/>
            <pc:sldMk cId="0" sldId="261"/>
            <ac:picMk id="6" creationId="{00000000-0000-0000-0000-000000000000}"/>
          </ac:picMkLst>
        </pc:picChg>
      </pc:sldChg>
      <pc:sldChg chg="addSp delSp modSp mod">
        <pc:chgData name="Rashminda Aluvihare" userId="798b8f6c71a6bffb" providerId="LiveId" clId="{FBD2B26A-9B29-4DAC-98CF-D7D3CCE93732}" dt="2026-07-04T03:31:11.334" v="526" actId="478"/>
        <pc:sldMkLst>
          <pc:docMk/>
          <pc:sldMk cId="0" sldId="262"/>
        </pc:sldMkLst>
        <pc:spChg chg="mod">
          <ac:chgData name="Rashminda Aluvihare" userId="798b8f6c71a6bffb" providerId="LiveId" clId="{FBD2B26A-9B29-4DAC-98CF-D7D3CCE93732}" dt="2026-07-04T03:31:05.677" v="525" actId="403"/>
          <ac:spMkLst>
            <pc:docMk/>
            <pc:sldMk cId="0" sldId="262"/>
            <ac:spMk id="2" creationId="{00000000-0000-0000-0000-000000000000}"/>
          </ac:spMkLst>
        </pc:spChg>
        <pc:spChg chg="del">
          <ac:chgData name="Rashminda Aluvihare" userId="798b8f6c71a6bffb" providerId="LiveId" clId="{FBD2B26A-9B29-4DAC-98CF-D7D3CCE93732}" dt="2026-07-04T03:22:19.151" v="44" actId="478"/>
          <ac:spMkLst>
            <pc:docMk/>
            <pc:sldMk cId="0" sldId="262"/>
            <ac:spMk id="4" creationId="{00000000-0000-0000-0000-000000000000}"/>
          </ac:spMkLst>
        </pc:spChg>
        <pc:spChg chg="del mod">
          <ac:chgData name="Rashminda Aluvihare" userId="798b8f6c71a6bffb" providerId="LiveId" clId="{FBD2B26A-9B29-4DAC-98CF-D7D3CCE93732}" dt="2026-07-04T03:22:55.591" v="75" actId="478"/>
          <ac:spMkLst>
            <pc:docMk/>
            <pc:sldMk cId="0" sldId="262"/>
            <ac:spMk id="6" creationId="{00000000-0000-0000-0000-000000000000}"/>
          </ac:spMkLst>
        </pc:spChg>
        <pc:spChg chg="add mod">
          <ac:chgData name="Rashminda Aluvihare" userId="798b8f6c71a6bffb" providerId="LiveId" clId="{FBD2B26A-9B29-4DAC-98CF-D7D3CCE93732}" dt="2026-07-04T03:23:28.146" v="80" actId="1076"/>
          <ac:spMkLst>
            <pc:docMk/>
            <pc:sldMk cId="0" sldId="262"/>
            <ac:spMk id="8" creationId="{B734C466-97B9-1B8B-151C-5BD201FF918B}"/>
          </ac:spMkLst>
        </pc:spChg>
        <pc:picChg chg="del">
          <ac:chgData name="Rashminda Aluvihare" userId="798b8f6c71a6bffb" providerId="LiveId" clId="{FBD2B26A-9B29-4DAC-98CF-D7D3CCE93732}" dt="2026-07-04T03:31:11.334" v="526" actId="478"/>
          <ac:picMkLst>
            <pc:docMk/>
            <pc:sldMk cId="0" sldId="262"/>
            <ac:picMk id="3" creationId="{00000000-0000-0000-0000-000000000000}"/>
          </ac:picMkLst>
        </pc:picChg>
        <pc:picChg chg="del">
          <ac:chgData name="Rashminda Aluvihare" userId="798b8f6c71a6bffb" providerId="LiveId" clId="{FBD2B26A-9B29-4DAC-98CF-D7D3CCE93732}" dt="2026-07-04T03:22:22.211" v="45" actId="478"/>
          <ac:picMkLst>
            <pc:docMk/>
            <pc:sldMk cId="0" sldId="262"/>
            <ac:picMk id="5" creationId="{00000000-0000-0000-0000-000000000000}"/>
          </ac:picMkLst>
        </pc:picChg>
      </pc:sldChg>
      <pc:sldChg chg="del">
        <pc:chgData name="Rashminda Aluvihare" userId="798b8f6c71a6bffb" providerId="LiveId" clId="{FBD2B26A-9B29-4DAC-98CF-D7D3CCE93732}" dt="2026-07-04T03:20:03.813" v="4" actId="47"/>
        <pc:sldMkLst>
          <pc:docMk/>
          <pc:sldMk cId="0" sldId="263"/>
        </pc:sldMkLst>
      </pc:sldChg>
      <pc:sldChg chg="delSp del mod">
        <pc:chgData name="Rashminda Aluvihare" userId="798b8f6c71a6bffb" providerId="LiveId" clId="{FBD2B26A-9B29-4DAC-98CF-D7D3CCE93732}" dt="2026-07-04T03:31:32.799" v="529" actId="47"/>
        <pc:sldMkLst>
          <pc:docMk/>
          <pc:sldMk cId="0" sldId="264"/>
        </pc:sldMkLst>
        <pc:spChg chg="del">
          <ac:chgData name="Rashminda Aluvihare" userId="798b8f6c71a6bffb" providerId="LiveId" clId="{FBD2B26A-9B29-4DAC-98CF-D7D3CCE93732}" dt="2026-07-04T03:31:15.972" v="527" actId="478"/>
          <ac:spMkLst>
            <pc:docMk/>
            <pc:sldMk cId="0" sldId="264"/>
            <ac:spMk id="5" creationId="{00000000-0000-0000-0000-000000000000}"/>
          </ac:spMkLst>
        </pc:spChg>
        <pc:picChg chg="del">
          <ac:chgData name="Rashminda Aluvihare" userId="798b8f6c71a6bffb" providerId="LiveId" clId="{FBD2B26A-9B29-4DAC-98CF-D7D3CCE93732}" dt="2026-07-04T03:31:17.445" v="528" actId="478"/>
          <ac:picMkLst>
            <pc:docMk/>
            <pc:sldMk cId="0" sldId="264"/>
            <ac:picMk id="6" creationId="{00000000-0000-0000-0000-000000000000}"/>
          </ac:picMkLst>
        </pc:picChg>
      </pc:sldChg>
      <pc:sldChg chg="del">
        <pc:chgData name="Rashminda Aluvihare" userId="798b8f6c71a6bffb" providerId="LiveId" clId="{FBD2B26A-9B29-4DAC-98CF-D7D3CCE93732}" dt="2026-07-04T03:19:52.492" v="3" actId="47"/>
        <pc:sldMkLst>
          <pc:docMk/>
          <pc:sldMk cId="0" sldId="265"/>
        </pc:sldMkLst>
      </pc:sldChg>
      <pc:sldChg chg="delSp del mod">
        <pc:chgData name="Rashminda Aluvihare" userId="798b8f6c71a6bffb" providerId="LiveId" clId="{FBD2B26A-9B29-4DAC-98CF-D7D3CCE93732}" dt="2026-07-04T03:19:47.362" v="2" actId="47"/>
        <pc:sldMkLst>
          <pc:docMk/>
          <pc:sldMk cId="0" sldId="266"/>
        </pc:sldMkLst>
        <pc:picChg chg="del">
          <ac:chgData name="Rashminda Aluvihare" userId="798b8f6c71a6bffb" providerId="LiveId" clId="{FBD2B26A-9B29-4DAC-98CF-D7D3CCE93732}" dt="2026-07-04T03:19:36.823" v="1" actId="478"/>
          <ac:picMkLst>
            <pc:docMk/>
            <pc:sldMk cId="0" sldId="266"/>
            <ac:picMk id="5" creationId="{00000000-0000-0000-0000-000000000000}"/>
          </ac:picMkLst>
        </pc:picChg>
      </pc:sldChg>
      <pc:sldChg chg="del">
        <pc:chgData name="Rashminda Aluvihare" userId="798b8f6c71a6bffb" providerId="LiveId" clId="{FBD2B26A-9B29-4DAC-98CF-D7D3CCE93732}" dt="2026-07-04T03:19:33.627" v="0" actId="47"/>
        <pc:sldMkLst>
          <pc:docMk/>
          <pc:sldMk cId="0" sldId="267"/>
        </pc:sldMkLst>
      </pc:sldChg>
      <pc:sldChg chg="delSp modSp mod">
        <pc:chgData name="Rashminda Aluvihare" userId="798b8f6c71a6bffb" providerId="LiveId" clId="{FBD2B26A-9B29-4DAC-98CF-D7D3CCE93732}" dt="2026-07-04T03:48:46.978" v="998" actId="403"/>
        <pc:sldMkLst>
          <pc:docMk/>
          <pc:sldMk cId="0" sldId="268"/>
        </pc:sldMkLst>
        <pc:spChg chg="mod">
          <ac:chgData name="Rashminda Aluvihare" userId="798b8f6c71a6bffb" providerId="LiveId" clId="{FBD2B26A-9B29-4DAC-98CF-D7D3CCE93732}" dt="2026-07-04T03:31:59.250" v="583" actId="404"/>
          <ac:spMkLst>
            <pc:docMk/>
            <pc:sldMk cId="0" sldId="268"/>
            <ac:spMk id="2" creationId="{00000000-0000-0000-0000-000000000000}"/>
          </ac:spMkLst>
        </pc:spChg>
        <pc:spChg chg="mod">
          <ac:chgData name="Rashminda Aluvihare" userId="798b8f6c71a6bffb" providerId="LiveId" clId="{FBD2B26A-9B29-4DAC-98CF-D7D3CCE93732}" dt="2026-07-04T03:48:37.314" v="993" actId="403"/>
          <ac:spMkLst>
            <pc:docMk/>
            <pc:sldMk cId="0" sldId="268"/>
            <ac:spMk id="4" creationId="{00000000-0000-0000-0000-000000000000}"/>
          </ac:spMkLst>
        </pc:spChg>
        <pc:spChg chg="mod">
          <ac:chgData name="Rashminda Aluvihare" userId="798b8f6c71a6bffb" providerId="LiveId" clId="{FBD2B26A-9B29-4DAC-98CF-D7D3CCE93732}" dt="2026-07-04T03:48:39.925" v="994" actId="403"/>
          <ac:spMkLst>
            <pc:docMk/>
            <pc:sldMk cId="0" sldId="268"/>
            <ac:spMk id="5" creationId="{00000000-0000-0000-0000-000000000000}"/>
          </ac:spMkLst>
        </pc:spChg>
        <pc:spChg chg="mod">
          <ac:chgData name="Rashminda Aluvihare" userId="798b8f6c71a6bffb" providerId="LiveId" clId="{FBD2B26A-9B29-4DAC-98CF-D7D3CCE93732}" dt="2026-07-04T03:48:46.978" v="998" actId="403"/>
          <ac:spMkLst>
            <pc:docMk/>
            <pc:sldMk cId="0" sldId="268"/>
            <ac:spMk id="6" creationId="{00000000-0000-0000-0000-000000000000}"/>
          </ac:spMkLst>
        </pc:spChg>
        <pc:picChg chg="del">
          <ac:chgData name="Rashminda Aluvihare" userId="798b8f6c71a6bffb" providerId="LiveId" clId="{FBD2B26A-9B29-4DAC-98CF-D7D3CCE93732}" dt="2026-07-04T03:31:48.133" v="577" actId="478"/>
          <ac:picMkLst>
            <pc:docMk/>
            <pc:sldMk cId="0" sldId="268"/>
            <ac:picMk id="3" creationId="{00000000-0000-0000-0000-000000000000}"/>
          </ac:picMkLst>
        </pc:picChg>
      </pc:sldChg>
      <pc:sldChg chg="addSp delSp modSp mod">
        <pc:chgData name="Rashminda Aluvihare" userId="798b8f6c71a6bffb" providerId="LiveId" clId="{FBD2B26A-9B29-4DAC-98CF-D7D3CCE93732}" dt="2026-07-04T03:49:33.012" v="1012" actId="20577"/>
        <pc:sldMkLst>
          <pc:docMk/>
          <pc:sldMk cId="0" sldId="269"/>
        </pc:sldMkLst>
        <pc:spChg chg="mod">
          <ac:chgData name="Rashminda Aluvihare" userId="798b8f6c71a6bffb" providerId="LiveId" clId="{FBD2B26A-9B29-4DAC-98CF-D7D3CCE93732}" dt="2026-07-04T03:32:48.828" v="642" actId="2711"/>
          <ac:spMkLst>
            <pc:docMk/>
            <pc:sldMk cId="0" sldId="269"/>
            <ac:spMk id="2" creationId="{00000000-0000-0000-0000-000000000000}"/>
          </ac:spMkLst>
        </pc:spChg>
        <pc:spChg chg="add del mod">
          <ac:chgData name="Rashminda Aluvihare" userId="798b8f6c71a6bffb" providerId="LiveId" clId="{FBD2B26A-9B29-4DAC-98CF-D7D3CCE93732}" dt="2026-07-04T03:49:15.316" v="1002" actId="478"/>
          <ac:spMkLst>
            <pc:docMk/>
            <pc:sldMk cId="0" sldId="269"/>
            <ac:spMk id="4" creationId="{00000000-0000-0000-0000-000000000000}"/>
          </ac:spMkLst>
        </pc:spChg>
        <pc:spChg chg="add mod">
          <ac:chgData name="Rashminda Aluvihare" userId="798b8f6c71a6bffb" providerId="LiveId" clId="{FBD2B26A-9B29-4DAC-98CF-D7D3CCE93732}" dt="2026-07-04T03:49:33.012" v="1012" actId="20577"/>
          <ac:spMkLst>
            <pc:docMk/>
            <pc:sldMk cId="0" sldId="269"/>
            <ac:spMk id="6" creationId="{61AAF8B1-7FB5-47DB-C522-6961D072C7FB}"/>
          </ac:spMkLst>
        </pc:spChg>
        <pc:picChg chg="del">
          <ac:chgData name="Rashminda Aluvihare" userId="798b8f6c71a6bffb" providerId="LiveId" clId="{FBD2B26A-9B29-4DAC-98CF-D7D3CCE93732}" dt="2026-07-04T03:32:40.228" v="637" actId="478"/>
          <ac:picMkLst>
            <pc:docMk/>
            <pc:sldMk cId="0" sldId="269"/>
            <ac:picMk id="3" creationId="{00000000-0000-0000-0000-000000000000}"/>
          </ac:picMkLst>
        </pc:picChg>
      </pc:sldChg>
      <pc:sldChg chg="delSp modSp mod">
        <pc:chgData name="Rashminda Aluvihare" userId="798b8f6c71a6bffb" providerId="LiveId" clId="{FBD2B26A-9B29-4DAC-98CF-D7D3CCE93732}" dt="2026-07-04T03:50:28.465" v="1061" actId="1036"/>
        <pc:sldMkLst>
          <pc:docMk/>
          <pc:sldMk cId="0" sldId="270"/>
        </pc:sldMkLst>
        <pc:spChg chg="mod">
          <ac:chgData name="Rashminda Aluvihare" userId="798b8f6c71a6bffb" providerId="LiveId" clId="{FBD2B26A-9B29-4DAC-98CF-D7D3CCE93732}" dt="2026-07-04T03:50:10.271" v="1031" actId="20577"/>
          <ac:spMkLst>
            <pc:docMk/>
            <pc:sldMk cId="0" sldId="270"/>
            <ac:spMk id="2" creationId="{00000000-0000-0000-0000-000000000000}"/>
          </ac:spMkLst>
        </pc:spChg>
        <pc:spChg chg="mod">
          <ac:chgData name="Rashminda Aluvihare" userId="798b8f6c71a6bffb" providerId="LiveId" clId="{FBD2B26A-9B29-4DAC-98CF-D7D3CCE93732}" dt="2026-07-04T03:50:28.465" v="1061" actId="1036"/>
          <ac:spMkLst>
            <pc:docMk/>
            <pc:sldMk cId="0" sldId="270"/>
            <ac:spMk id="4" creationId="{00000000-0000-0000-0000-000000000000}"/>
          </ac:spMkLst>
        </pc:spChg>
        <pc:spChg chg="del mod">
          <ac:chgData name="Rashminda Aluvihare" userId="798b8f6c71a6bffb" providerId="LiveId" clId="{FBD2B26A-9B29-4DAC-98CF-D7D3CCE93732}" dt="2026-07-04T03:50:14.500" v="1032" actId="478"/>
          <ac:spMkLst>
            <pc:docMk/>
            <pc:sldMk cId="0" sldId="270"/>
            <ac:spMk id="5" creationId="{00000000-0000-0000-0000-000000000000}"/>
          </ac:spMkLst>
        </pc:spChg>
        <pc:picChg chg="del">
          <ac:chgData name="Rashminda Aluvihare" userId="798b8f6c71a6bffb" providerId="LiveId" clId="{FBD2B26A-9B29-4DAC-98CF-D7D3CCE93732}" dt="2026-07-04T03:34:30.301" v="774" actId="478"/>
          <ac:picMkLst>
            <pc:docMk/>
            <pc:sldMk cId="0" sldId="270"/>
            <ac:picMk id="3" creationId="{00000000-0000-0000-0000-000000000000}"/>
          </ac:picMkLst>
        </pc:picChg>
      </pc:sldChg>
      <pc:sldChg chg="delSp modSp mod">
        <pc:chgData name="Rashminda Aluvihare" userId="798b8f6c71a6bffb" providerId="LiveId" clId="{FBD2B26A-9B29-4DAC-98CF-D7D3CCE93732}" dt="2026-07-04T03:35:21.501" v="839" actId="403"/>
        <pc:sldMkLst>
          <pc:docMk/>
          <pc:sldMk cId="0" sldId="271"/>
        </pc:sldMkLst>
        <pc:spChg chg="mod">
          <ac:chgData name="Rashminda Aluvihare" userId="798b8f6c71a6bffb" providerId="LiveId" clId="{FBD2B26A-9B29-4DAC-98CF-D7D3CCE93732}" dt="2026-07-04T03:35:01.622" v="828" actId="2711"/>
          <ac:spMkLst>
            <pc:docMk/>
            <pc:sldMk cId="0" sldId="271"/>
            <ac:spMk id="2" creationId="{00000000-0000-0000-0000-000000000000}"/>
          </ac:spMkLst>
        </pc:spChg>
        <pc:spChg chg="mod">
          <ac:chgData name="Rashminda Aluvihare" userId="798b8f6c71a6bffb" providerId="LiveId" clId="{FBD2B26A-9B29-4DAC-98CF-D7D3CCE93732}" dt="2026-07-04T03:35:17.449" v="838" actId="403"/>
          <ac:spMkLst>
            <pc:docMk/>
            <pc:sldMk cId="0" sldId="271"/>
            <ac:spMk id="4" creationId="{00000000-0000-0000-0000-000000000000}"/>
          </ac:spMkLst>
        </pc:spChg>
        <pc:spChg chg="mod">
          <ac:chgData name="Rashminda Aluvihare" userId="798b8f6c71a6bffb" providerId="LiveId" clId="{FBD2B26A-9B29-4DAC-98CF-D7D3CCE93732}" dt="2026-07-04T03:35:21.501" v="839" actId="403"/>
          <ac:spMkLst>
            <pc:docMk/>
            <pc:sldMk cId="0" sldId="271"/>
            <ac:spMk id="5" creationId="{00000000-0000-0000-0000-000000000000}"/>
          </ac:spMkLst>
        </pc:spChg>
        <pc:picChg chg="del">
          <ac:chgData name="Rashminda Aluvihare" userId="798b8f6c71a6bffb" providerId="LiveId" clId="{FBD2B26A-9B29-4DAC-98CF-D7D3CCE93732}" dt="2026-07-04T03:34:53.527" v="824" actId="478"/>
          <ac:picMkLst>
            <pc:docMk/>
            <pc:sldMk cId="0" sldId="271"/>
            <ac:picMk id="3" creationId="{00000000-0000-0000-0000-000000000000}"/>
          </ac:picMkLst>
        </pc:picChg>
      </pc:sldChg>
      <pc:sldChg chg="modSp mod">
        <pc:chgData name="Rashminda Aluvihare" userId="798b8f6c71a6bffb" providerId="LiveId" clId="{FBD2B26A-9B29-4DAC-98CF-D7D3CCE93732}" dt="2026-07-04T03:51:26.690" v="1077" actId="1076"/>
        <pc:sldMkLst>
          <pc:docMk/>
          <pc:sldMk cId="0" sldId="272"/>
        </pc:sldMkLst>
        <pc:spChg chg="mod">
          <ac:chgData name="Rashminda Aluvihare" userId="798b8f6c71a6bffb" providerId="LiveId" clId="{FBD2B26A-9B29-4DAC-98CF-D7D3CCE93732}" dt="2026-07-04T03:51:15.207" v="1076" actId="1076"/>
          <ac:spMkLst>
            <pc:docMk/>
            <pc:sldMk cId="0" sldId="272"/>
            <ac:spMk id="2" creationId="{00000000-0000-0000-0000-000000000000}"/>
          </ac:spMkLst>
        </pc:spChg>
        <pc:spChg chg="mod">
          <ac:chgData name="Rashminda Aluvihare" userId="798b8f6c71a6bffb" providerId="LiveId" clId="{FBD2B26A-9B29-4DAC-98CF-D7D3CCE93732}" dt="2026-07-04T03:51:26.690" v="1077" actId="1076"/>
          <ac:spMkLst>
            <pc:docMk/>
            <pc:sldMk cId="0" sldId="272"/>
            <ac:spMk id="3" creationId="{00000000-0000-0000-0000-000000000000}"/>
          </ac:spMkLst>
        </pc:spChg>
      </pc:sldChg>
      <pc:sldChg chg="add">
        <pc:chgData name="Rashminda Aluvihare" userId="798b8f6c71a6bffb" providerId="LiveId" clId="{FBD2B26A-9B29-4DAC-98CF-D7D3CCE93732}" dt="2026-07-04T03:44:52.707" v="965"/>
        <pc:sldMkLst>
          <pc:docMk/>
          <pc:sldMk cId="256737196" sldId="27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38912" y="1005840"/>
            <a:ext cx="137160" cy="52852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73099" y="475488"/>
            <a:ext cx="7777125" cy="6029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AgroNexa</a:t>
            </a:r>
            <a:r>
              <a:rPr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LK</a:t>
            </a: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4000" b="1">
                <a:solidFill>
                  <a:srgbClr val="FFFFFF"/>
                </a:solidFill>
              </a:defRPr>
            </a:pPr>
            <a:endParaRPr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0"/>
              </a:spcAft>
              <a:defRPr sz="1800">
                <a:solidFill>
                  <a:srgbClr val="22C55E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Farming Platform with Blockchain-Inspired Technology for Sri Lanka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300" b="1">
                <a:solidFill>
                  <a:srgbClr val="FFFFFF"/>
                </a:solidFill>
              </a:defRPr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300" b="1">
                <a:solidFill>
                  <a:srgbClr val="FFFFFF"/>
                </a:solidFill>
              </a:defRPr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300" b="1">
                <a:solidFill>
                  <a:srgbClr val="FFFFFF"/>
                </a:solidFill>
              </a:defRPr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300" b="1">
                <a:solidFill>
                  <a:srgbClr val="FFFFFF"/>
                </a:solidFill>
              </a:defRPr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300" b="1">
                <a:solidFill>
                  <a:srgbClr val="FFFFFF"/>
                </a:solidFill>
              </a:defRPr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300" b="1">
                <a:solidFill>
                  <a:srgbClr val="FFFFFF"/>
                </a:solidFill>
              </a:defRPr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300" b="1">
                <a:solidFill>
                  <a:srgbClr val="FFFFFF"/>
                </a:solidFill>
              </a:defRPr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300" b="1">
                <a:solidFill>
                  <a:srgbClr val="FFFFFF"/>
                </a:solidFill>
              </a:defRPr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300" b="1">
                <a:solidFill>
                  <a:srgbClr val="FFFFFF"/>
                </a:solidFill>
              </a:defRPr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300" b="1">
                <a:solidFill>
                  <a:srgbClr val="FFFFFF"/>
                </a:solidFill>
              </a:defRPr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 sz="1300" b="1">
                <a:solidFill>
                  <a:srgbClr val="FFFFFF"/>
                </a:solidFill>
              </a:defRPr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 sz="1300" b="1">
                <a:solidFill>
                  <a:srgbClr val="FFFFFF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Name: W.W.M.R.H.W RASHMINDA ALUVIHARE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Reg. Number: DEH/IT/2324/F/0038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Supervisor: Dr. DSK Mendis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8143" y="588707"/>
            <a:ext cx="7587691" cy="413874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37160" rtlCol="0" anchor="ctr"/>
          <a:lstStyle/>
          <a:p>
            <a:pPr algn="ctr">
              <a:defRPr sz="1100" b="1">
                <a:solidFill>
                  <a:srgbClr val="22C55E"/>
                </a:solidFill>
              </a:defRPr>
            </a:pPr>
            <a:endParaRPr dirty="0"/>
          </a:p>
          <a:p>
            <a:pPr algn="ctr">
              <a:defRPr sz="2100" b="1">
                <a:solidFill>
                  <a:srgbClr val="FFFFFF"/>
                </a:solidFill>
              </a:defRPr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1.Introduction 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794863" y="1490472"/>
            <a:ext cx="6339993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Agriculture is a key economic sector in Sri Lanka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Lack of real-time information and digital support system.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Proposed Solution: </a:t>
            </a:r>
            <a:r>
              <a:rPr lang="en-US" sz="2000" dirty="0" err="1">
                <a:solidFill>
                  <a:schemeClr val="tx1"/>
                </a:solidFill>
              </a:rPr>
              <a:t>AgroNexa</a:t>
            </a:r>
            <a:r>
              <a:rPr lang="en-US" sz="2000" dirty="0">
                <a:solidFill>
                  <a:schemeClr val="tx1"/>
                </a:solidFill>
              </a:rPr>
              <a:t> LK A blockchain-enabled digital farming platform</a:t>
            </a: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sz="1600" dirty="0">
              <a:solidFill>
                <a:srgbClr val="47556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34417-BBC3-5AE3-B3C7-A84BC1F4E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99394E-D6A1-65C5-87A5-30B8F76F4F53}"/>
              </a:ext>
            </a:extLst>
          </p:cNvPr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37160" rtlCol="0" anchor="ctr"/>
          <a:lstStyle/>
          <a:p>
            <a:pPr algn="ctr">
              <a:defRPr sz="1100" b="1">
                <a:solidFill>
                  <a:srgbClr val="22C55E"/>
                </a:solidFill>
              </a:defRPr>
            </a:pPr>
            <a:endParaRPr dirty="0"/>
          </a:p>
          <a:p>
            <a:pPr algn="ctr">
              <a:defRPr sz="2100" b="1">
                <a:solidFill>
                  <a:srgbClr val="FFFFFF"/>
                </a:solidFill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Executive Summary &amp; Project Background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B9FFC2D-4F35-B157-B2FC-365F62F9A6BF}"/>
              </a:ext>
            </a:extLst>
          </p:cNvPr>
          <p:cNvSpPr/>
          <p:nvPr/>
        </p:nvSpPr>
        <p:spPr>
          <a:xfrm>
            <a:off x="1734159" y="1490472"/>
            <a:ext cx="8723376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>
              <a:lnSpc>
                <a:spcPct val="150000"/>
              </a:lnSpc>
              <a:spcBef>
                <a:spcPts val="1000"/>
              </a:spcBef>
            </a:pPr>
            <a:r>
              <a:rPr sz="1600" b="1" dirty="0">
                <a:solidFill>
                  <a:srgbClr val="0F172A"/>
                </a:solidFill>
              </a:rPr>
              <a:t>• Agricultural Importance: </a:t>
            </a:r>
            <a:r>
              <a:rPr sz="1600" dirty="0">
                <a:solidFill>
                  <a:srgbClr val="475569"/>
                </a:solidFill>
              </a:rPr>
              <a:t>Agriculture plays a vital role in Sri Lanka's economy, yet smallholder farmers lack direct market access and fair pricing.</a:t>
            </a: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sz="1600" b="1" dirty="0">
                <a:solidFill>
                  <a:srgbClr val="0F172A"/>
                </a:solidFill>
              </a:rPr>
              <a:t>• Development Methodology: </a:t>
            </a:r>
            <a:r>
              <a:rPr sz="1600" dirty="0">
                <a:solidFill>
                  <a:srgbClr val="475569"/>
                </a:solidFill>
              </a:rPr>
              <a:t>Followed the Prototype Software Development Model for continuous user feedback and iterative improvements.</a:t>
            </a: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sz="1600" b="1" dirty="0">
                <a:solidFill>
                  <a:srgbClr val="0F172A"/>
                </a:solidFill>
              </a:rPr>
              <a:t>• Core Capability: </a:t>
            </a:r>
            <a:r>
              <a:rPr sz="1600" dirty="0">
                <a:solidFill>
                  <a:srgbClr val="475569"/>
                </a:solidFill>
              </a:rPr>
              <a:t>Web-based B2B marketplace directly connecting farmers with corporate buyers, backed by PostgreSQL and Express.js.</a:t>
            </a: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sz="1600" b="1" dirty="0">
                <a:solidFill>
                  <a:srgbClr val="0F172A"/>
                </a:solidFill>
              </a:rPr>
              <a:t>• Security Integration: </a:t>
            </a:r>
            <a:r>
              <a:rPr sz="1600" dirty="0">
                <a:solidFill>
                  <a:srgbClr val="475569"/>
                </a:solidFill>
              </a:rPr>
              <a:t>Implements OTP authentication, role-based access control, and a tamper-evident SHA-256 transaction ledger.</a:t>
            </a:r>
          </a:p>
        </p:txBody>
      </p:sp>
    </p:spTree>
    <p:extLst>
      <p:ext uri="{BB962C8B-B14F-4D97-AF65-F5344CB8AC3E}">
        <p14:creationId xmlns:p14="http://schemas.microsoft.com/office/powerpoint/2010/main" val="256737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37160" rtlCol="0" anchor="ctr"/>
          <a:lstStyle/>
          <a:p>
            <a:pPr algn="ctr">
              <a:defRPr sz="1100" b="1">
                <a:solidFill>
                  <a:srgbClr val="22C55E"/>
                </a:solidFill>
              </a:defRPr>
            </a:pPr>
            <a:endParaRPr dirty="0"/>
          </a:p>
          <a:p>
            <a:pPr algn="ctr">
              <a:defRPr sz="2100" b="1">
                <a:solidFill>
                  <a:srgbClr val="FFFFFF"/>
                </a:solidFill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Analysis: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vs.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AgroNexa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1700" b="1">
                <a:solidFill>
                  <a:srgbClr val="B91C1C"/>
                </a:solidFill>
              </a:defRPr>
            </a:pPr>
            <a:r>
              <a:rPr dirty="0"/>
              <a:t> Existing System Limitations</a:t>
            </a: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sz="1600" b="1" dirty="0">
                <a:solidFill>
                  <a:srgbClr val="0F172A"/>
                </a:solidFill>
              </a:rPr>
              <a:t>• Intermediary Exploitation: </a:t>
            </a:r>
            <a:r>
              <a:rPr sz="1600" dirty="0">
                <a:solidFill>
                  <a:srgbClr val="475569"/>
                </a:solidFill>
              </a:rPr>
              <a:t>Farmers rely on middlemen cartels, earning &lt;30% of final retail margins.</a:t>
            </a: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sz="1600" b="1" dirty="0">
                <a:solidFill>
                  <a:srgbClr val="0F172A"/>
                </a:solidFill>
              </a:rPr>
              <a:t>• Post-Harvest Losses: </a:t>
            </a:r>
            <a:r>
              <a:rPr sz="1600" dirty="0">
                <a:solidFill>
                  <a:srgbClr val="475569"/>
                </a:solidFill>
              </a:rPr>
              <a:t>Poor buyer matching and delayed transport cause 30%-40% crop wastage.</a:t>
            </a: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sz="1600" b="1" dirty="0">
                <a:solidFill>
                  <a:srgbClr val="0F172A"/>
                </a:solidFill>
              </a:rPr>
              <a:t>• Idle Farm Machinery: </a:t>
            </a:r>
            <a:r>
              <a:rPr sz="1600" dirty="0">
                <a:solidFill>
                  <a:srgbClr val="475569"/>
                </a:solidFill>
              </a:rPr>
              <a:t>Smallholders cannot afford equipment, while machinery owners face long idle periods.</a:t>
            </a: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sz="1600" b="1" dirty="0">
                <a:solidFill>
                  <a:srgbClr val="0F172A"/>
                </a:solidFill>
              </a:rPr>
              <a:t>• Price Opacity: </a:t>
            </a:r>
            <a:r>
              <a:rPr sz="1600" dirty="0">
                <a:solidFill>
                  <a:srgbClr val="475569"/>
                </a:solidFill>
              </a:rPr>
              <a:t>Lack of real-time wholesale price feeds forces farmers to sell blindly.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1700" b="1">
                <a:solidFill>
                  <a:srgbClr val="14532D"/>
                </a:solidFill>
              </a:defRPr>
            </a:pPr>
            <a:r>
              <a:rPr dirty="0" err="1"/>
              <a:t>AgroNexa</a:t>
            </a:r>
            <a:r>
              <a:rPr dirty="0"/>
              <a:t> LK Proposed Solution</a:t>
            </a: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sz="1600" b="1" dirty="0">
                <a:solidFill>
                  <a:srgbClr val="0F172A"/>
                </a:solidFill>
              </a:rPr>
              <a:t>• Direct B2B Marketplace: </a:t>
            </a:r>
            <a:r>
              <a:rPr sz="1600" dirty="0">
                <a:solidFill>
                  <a:srgbClr val="475569"/>
                </a:solidFill>
              </a:rPr>
              <a:t>Eliminates middlemen by connecting verified farmers directly with corporate buyers.</a:t>
            </a: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sz="1600" b="1" dirty="0">
                <a:solidFill>
                  <a:srgbClr val="0F172A"/>
                </a:solidFill>
              </a:rPr>
              <a:t>• Machinery Sharing Economy: </a:t>
            </a:r>
            <a:r>
              <a:rPr sz="1600" dirty="0">
                <a:solidFill>
                  <a:srgbClr val="475569"/>
                </a:solidFill>
              </a:rPr>
              <a:t>Rent tractors and harvesters with double-booking prevention concurrency controls.</a:t>
            </a: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sz="1600" b="1" dirty="0">
                <a:solidFill>
                  <a:srgbClr val="0F172A"/>
                </a:solidFill>
              </a:rPr>
              <a:t>• Cryptographic Auditability: </a:t>
            </a:r>
            <a:r>
              <a:rPr sz="1600" dirty="0">
                <a:solidFill>
                  <a:srgbClr val="475569"/>
                </a:solidFill>
              </a:rPr>
              <a:t>SHA-256 blockchain-style chained transaction logging for lease contracts.</a:t>
            </a: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sz="1600" b="1" dirty="0">
                <a:solidFill>
                  <a:srgbClr val="0F172A"/>
                </a:solidFill>
              </a:rPr>
              <a:t>• Transparent Price Feeds: </a:t>
            </a:r>
            <a:r>
              <a:rPr sz="1600" dirty="0">
                <a:solidFill>
                  <a:srgbClr val="475569"/>
                </a:solidFill>
              </a:rPr>
              <a:t>Automated HARTI daily crop price web scraper with simulation fallback.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37160" rtlCol="0" anchor="ctr"/>
          <a:lstStyle/>
          <a:p>
            <a:pPr algn="ctr">
              <a:defRPr sz="1100" b="1">
                <a:solidFill>
                  <a:srgbClr val="22C55E"/>
                </a:solidFill>
              </a:defRPr>
            </a:pPr>
            <a:endParaRPr dirty="0"/>
          </a:p>
          <a:p>
            <a:pPr algn="ctr">
              <a:defRPr sz="2100" b="1">
                <a:solidFill>
                  <a:srgbClr val="FFFFFF"/>
                </a:solidFill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Functional System Modules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300" b="1">
                <a:solidFill>
                  <a:srgbClr val="14532D"/>
                </a:solidFill>
              </a:defRPr>
            </a:pPr>
            <a:r>
              <a:rPr dirty="0"/>
              <a:t>1. Authentication Module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rPr sz="1200" dirty="0"/>
              <a:t>SMS OTP via Twilio with developer mock mode (123456), </a:t>
            </a:r>
            <a:r>
              <a:rPr sz="1200" dirty="0" err="1"/>
              <a:t>Bcrypt</a:t>
            </a:r>
            <a:r>
              <a:rPr sz="1200" dirty="0"/>
              <a:t> hashing, JWT tokens, 30-min lockout.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38328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300" b="1">
                <a:solidFill>
                  <a:srgbClr val="14532D"/>
                </a:solidFill>
              </a:defRPr>
            </a:pPr>
            <a:r>
              <a:rPr sz="1400"/>
              <a:t>2. User KYC Verification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rPr sz="1200"/>
              <a:t>Multer NIC front/back file upload pipeline with Admin Lightbox UI (Canvas 360° rotation &amp; scaling).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371600"/>
            <a:ext cx="338328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300" b="1">
                <a:solidFill>
                  <a:srgbClr val="14532D"/>
                </a:solidFill>
              </a:defRPr>
            </a:pPr>
            <a:r>
              <a:rPr sz="1400" dirty="0"/>
              <a:t>3. Crop Marketplace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rPr sz="1200" dirty="0"/>
              <a:t>Publish, edit, deactivate stock listings; search and filter with interactive Leaflet.js map index.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338328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300" b="1">
                <a:solidFill>
                  <a:srgbClr val="14532D"/>
                </a:solidFill>
              </a:defRPr>
            </a:pPr>
            <a:r>
              <a:rPr sz="1400"/>
              <a:t>4. Equipment Rental Module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rPr sz="1200"/>
              <a:t>Machinery listing and reservation requests with SQL interval overlap validation.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108960"/>
            <a:ext cx="338328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300" b="1">
                <a:solidFill>
                  <a:srgbClr val="14532D"/>
                </a:solidFill>
              </a:defRPr>
            </a:pPr>
            <a:r>
              <a:rPr sz="1400"/>
              <a:t>5. Broadcast Request Network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rPr sz="1200"/>
              <a:t>Corporate bulk buying requests triggering instant regional SMS broadcasts to district farmers.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108960"/>
            <a:ext cx="338328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300" b="1">
                <a:solidFill>
                  <a:srgbClr val="14532D"/>
                </a:solidFill>
              </a:defRPr>
            </a:pPr>
            <a:r>
              <a:rPr sz="1400"/>
              <a:t>6. Socket.IO Live Chat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rPr sz="1200"/>
              <a:t>Real-time buyer-seller messaging with read receipts, double-tick indicators, and voice message player.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46320"/>
            <a:ext cx="338328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300" b="1">
                <a:solidFill>
                  <a:srgbClr val="14532D"/>
                </a:solidFill>
              </a:defRPr>
            </a:pPr>
            <a:r>
              <a:rPr sz="1400"/>
              <a:t>7. Cryptographic Ledger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rPr sz="1200"/>
              <a:t>SHA-256 blockchain-style block chaining for confirmed rental agreements with &lt;15ms audit traversal.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4846320"/>
            <a:ext cx="338328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300" b="1">
                <a:solidFill>
                  <a:srgbClr val="14532D"/>
                </a:solidFill>
              </a:defRPr>
            </a:pPr>
            <a:r>
              <a:rPr sz="1400" dirty="0"/>
              <a:t>8. Daily Crop Price Index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rPr sz="1200" dirty="0"/>
              <a:t>Axios &amp; Cheerio HARTI web scraper with +/- 3% simulation fallback engine.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846320"/>
            <a:ext cx="338328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300" b="1">
                <a:solidFill>
                  <a:srgbClr val="14532D"/>
                </a:solidFill>
              </a:defRPr>
            </a:pPr>
            <a:r>
              <a:rPr sz="1400"/>
              <a:t>9. Tri-Lingual Engine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rPr sz="1200"/>
              <a:t>Client-side translation dictionary (translations.js) supporting English, Sinhala, and Tamil seamlessly.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37160" rtlCol="0" anchor="ctr"/>
          <a:lstStyle/>
          <a:p>
            <a:pPr algn="ctr">
              <a:defRPr sz="1100" b="1">
                <a:solidFill>
                  <a:srgbClr val="22C55E"/>
                </a:solidFill>
              </a:defRPr>
            </a:pPr>
            <a:endParaRPr dirty="0"/>
          </a:p>
          <a:p>
            <a:pPr algn="ctr">
              <a:defRPr sz="2100" b="1">
                <a:solidFill>
                  <a:srgbClr val="FFFFFF"/>
                </a:solidFill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System Requirements &amp; Security Specifications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1700" b="1">
                <a:solidFill>
                  <a:srgbClr val="14532D"/>
                </a:solidFill>
              </a:defRPr>
            </a:pPr>
            <a:r>
              <a:rPr dirty="0"/>
              <a:t>👥 Stakeholder Analysis</a:t>
            </a: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sz="1600" b="1" dirty="0">
                <a:solidFill>
                  <a:srgbClr val="0F172A"/>
                </a:solidFill>
              </a:rPr>
              <a:t>• Primary Stakeholders: </a:t>
            </a:r>
            <a:r>
              <a:rPr sz="1600" dirty="0">
                <a:solidFill>
                  <a:srgbClr val="475569"/>
                </a:solidFill>
              </a:rPr>
              <a:t>System Administrator, Local Farmer/Seller, B2B Corporate Buyer.</a:t>
            </a: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sz="1600" b="1" dirty="0">
                <a:solidFill>
                  <a:srgbClr val="0F172A"/>
                </a:solidFill>
              </a:rPr>
              <a:t>• Secondary Stakeholders: </a:t>
            </a:r>
            <a:r>
              <a:rPr sz="1600" dirty="0">
                <a:solidFill>
                  <a:srgbClr val="475569"/>
                </a:solidFill>
              </a:rPr>
              <a:t>Agricultural Businesses, Government Authorities, Developers</a:t>
            </a: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sz="1600" b="1" dirty="0">
                <a:solidFill>
                  <a:srgbClr val="0F172A"/>
                </a:solidFill>
              </a:rPr>
              <a:t>• Client Devices: </a:t>
            </a:r>
            <a:r>
              <a:rPr sz="1600" dirty="0">
                <a:solidFill>
                  <a:srgbClr val="475569"/>
                </a:solidFill>
              </a:rPr>
              <a:t>Android 9+, iOS 13+, Windows, macOS via Chrome, Firefox, Safari, Edge.</a:t>
            </a: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sz="1600" b="1" dirty="0">
                <a:solidFill>
                  <a:srgbClr val="0F172A"/>
                </a:solidFill>
              </a:rPr>
              <a:t>• Network Requirements: </a:t>
            </a:r>
            <a:r>
              <a:rPr sz="1600" dirty="0">
                <a:solidFill>
                  <a:srgbClr val="475569"/>
                </a:solidFill>
              </a:rPr>
              <a:t>Active 3G/4G/5G/Wi-Fi connection + Cellular SMS coverage for OTP alerts.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1700" b="1">
                <a:solidFill>
                  <a:srgbClr val="14532D"/>
                </a:solidFill>
              </a:defRPr>
            </a:pPr>
            <a:r>
              <a:rPr dirty="0"/>
              <a:t>🔒 Non-Functional &amp; Security Specs</a:t>
            </a:r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sz="1600" b="1" dirty="0">
                <a:solidFill>
                  <a:srgbClr val="0F172A"/>
                </a:solidFill>
              </a:rPr>
              <a:t>• Password Encryption: </a:t>
            </a:r>
            <a:r>
              <a:rPr sz="1600" dirty="0" err="1">
                <a:solidFill>
                  <a:srgbClr val="475569"/>
                </a:solidFill>
              </a:rPr>
              <a:t>Bcrypt</a:t>
            </a:r>
            <a:r>
              <a:rPr sz="1600" dirty="0">
                <a:solidFill>
                  <a:srgbClr val="475569"/>
                </a:solidFill>
              </a:rPr>
              <a:t> hashing algorithm with work factor 12.</a:t>
            </a:r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sz="1600" b="1" dirty="0">
                <a:solidFill>
                  <a:srgbClr val="0F172A"/>
                </a:solidFill>
              </a:rPr>
              <a:t>• Session Control: </a:t>
            </a:r>
            <a:r>
              <a:rPr sz="1600" dirty="0">
                <a:solidFill>
                  <a:srgbClr val="475569"/>
                </a:solidFill>
              </a:rPr>
              <a:t>JWT tokens signed with server secret, expiring after 24 hours.</a:t>
            </a:r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sz="1600" b="1" dirty="0">
                <a:solidFill>
                  <a:srgbClr val="0F172A"/>
                </a:solidFill>
              </a:rPr>
              <a:t>• Brute-Force Protection: </a:t>
            </a:r>
            <a:r>
              <a:rPr sz="1600" dirty="0">
                <a:solidFill>
                  <a:srgbClr val="475569"/>
                </a:solidFill>
              </a:rPr>
              <a:t>Locks account for 30 minutes after 5 consecutive failed login attempts.</a:t>
            </a:r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sz="1600" b="1" dirty="0">
                <a:solidFill>
                  <a:srgbClr val="0F172A"/>
                </a:solidFill>
              </a:rPr>
              <a:t>• API Rate Limiting: </a:t>
            </a:r>
            <a:r>
              <a:rPr sz="1600" dirty="0">
                <a:solidFill>
                  <a:srgbClr val="475569"/>
                </a:solidFill>
              </a:rPr>
              <a:t>Limits incoming requests to max 300 per 15 minutes per IP (express-rate-limit).</a:t>
            </a:r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sz="1600" b="1" dirty="0">
                <a:solidFill>
                  <a:srgbClr val="0F172A"/>
                </a:solidFill>
              </a:rPr>
              <a:t>• DB Connection Pooling: </a:t>
            </a:r>
            <a:r>
              <a:rPr sz="1600" dirty="0">
                <a:solidFill>
                  <a:srgbClr val="475569"/>
                </a:solidFill>
              </a:rPr>
              <a:t>PostgreSQL client pool (</a:t>
            </a:r>
            <a:r>
              <a:rPr sz="1600" dirty="0" err="1">
                <a:solidFill>
                  <a:srgbClr val="475569"/>
                </a:solidFill>
              </a:rPr>
              <a:t>pg.Pool</a:t>
            </a:r>
            <a:r>
              <a:rPr sz="1600" dirty="0">
                <a:solidFill>
                  <a:srgbClr val="475569"/>
                </a:solidFill>
              </a:rPr>
              <a:t>) for optimized concurrent query execution.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37160" rtlCol="0" anchor="ctr"/>
          <a:lstStyle/>
          <a:p>
            <a:pPr algn="ctr">
              <a:defRPr sz="1100" b="1">
                <a:solidFill>
                  <a:srgbClr val="22C55E"/>
                </a:solidFill>
              </a:defRPr>
            </a:pPr>
            <a:endParaRPr dirty="0"/>
          </a:p>
          <a:p>
            <a:pPr algn="ctr">
              <a:defRPr sz="2100" b="1">
                <a:solidFill>
                  <a:srgbClr val="FFFFFF"/>
                </a:solidFill>
              </a:defRPr>
            </a:pPr>
            <a:r>
              <a:rPr dirty="0"/>
              <a:t>5. System Scop</a:t>
            </a:r>
            <a:r>
              <a:rPr lang="en-US" dirty="0"/>
              <a:t>e</a:t>
            </a:r>
            <a:endParaRPr dirty="0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64592"/>
            <a:ext cx="1341120" cy="7315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6D7EBE-F34A-5134-94C3-856F036C533E}"/>
              </a:ext>
            </a:extLst>
          </p:cNvPr>
          <p:cNvSpPr txBox="1"/>
          <p:nvPr/>
        </p:nvSpPr>
        <p:spPr>
          <a:xfrm>
            <a:off x="1778736" y="2073731"/>
            <a:ext cx="8634222" cy="3758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0F172A"/>
                </a:solidFill>
              </a:rPr>
              <a:t>• Farmer Operations: </a:t>
            </a:r>
            <a:r>
              <a:rPr lang="en-US" sz="1800" dirty="0">
                <a:solidFill>
                  <a:srgbClr val="475569"/>
                </a:solidFill>
              </a:rPr>
              <a:t>User registration, crop inventory listing, rental tool availability, broadcast response.</a:t>
            </a:r>
          </a:p>
          <a:p>
            <a:pPr algn="just"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0F172A"/>
                </a:solidFill>
              </a:rPr>
              <a:t>• Buyer Operations: </a:t>
            </a:r>
            <a:r>
              <a:rPr lang="en-US" sz="1800" dirty="0">
                <a:solidFill>
                  <a:srgbClr val="475569"/>
                </a:solidFill>
              </a:rPr>
              <a:t>Marketplace browse, Leaflet map filtering, equipment rental booking, district broadcast creation.</a:t>
            </a:r>
          </a:p>
          <a:p>
            <a:pPr algn="just"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0F172A"/>
                </a:solidFill>
              </a:rPr>
              <a:t>• Admin Moderation: </a:t>
            </a:r>
            <a:r>
              <a:rPr lang="en-US" sz="1800" dirty="0">
                <a:solidFill>
                  <a:srgbClr val="475569"/>
                </a:solidFill>
              </a:rPr>
              <a:t>KYC document review &amp; approval/rejection, user account lockouts, ledger integrity checks, PDF report export.</a:t>
            </a:r>
          </a:p>
          <a:p>
            <a:pPr algn="just"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0F172A"/>
                </a:solidFill>
              </a:rPr>
              <a:t>• System Boundary: </a:t>
            </a:r>
            <a:r>
              <a:rPr lang="en-US" sz="1800" dirty="0">
                <a:solidFill>
                  <a:srgbClr val="475569"/>
                </a:solidFill>
              </a:rPr>
              <a:t>Strict role enforcement across REST API routes preventing unauthorized access.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37160" rtlCol="0" anchor="ctr"/>
          <a:lstStyle/>
          <a:p>
            <a:pPr algn="ctr">
              <a:defRPr sz="1100" b="1">
                <a:solidFill>
                  <a:srgbClr val="22C55E"/>
                </a:solidFill>
              </a:defRPr>
            </a:pPr>
            <a:endParaRPr dirty="0"/>
          </a:p>
          <a:p>
            <a:pPr algn="ctr">
              <a:defRPr sz="2100" b="1">
                <a:solidFill>
                  <a:srgbClr val="FFFFFF"/>
                </a:solidFill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Overall Architecture &amp; Production Cloud Deployment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34C466-97B9-1B8B-151C-5BD201FF918B}"/>
              </a:ext>
            </a:extLst>
          </p:cNvPr>
          <p:cNvSpPr txBox="1"/>
          <p:nvPr/>
        </p:nvSpPr>
        <p:spPr>
          <a:xfrm>
            <a:off x="1817370" y="2225991"/>
            <a:ext cx="8881110" cy="3297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0F172A"/>
                </a:solidFill>
              </a:rPr>
              <a:t>• Frontend Hosting: </a:t>
            </a:r>
            <a:r>
              <a:rPr lang="en-US" sz="1800" dirty="0">
                <a:solidFill>
                  <a:srgbClr val="475569"/>
                </a:solidFill>
              </a:rPr>
              <a:t>Deployed on </a:t>
            </a:r>
            <a:r>
              <a:rPr lang="en-US" sz="1800" dirty="0" err="1">
                <a:solidFill>
                  <a:srgbClr val="475569"/>
                </a:solidFill>
              </a:rPr>
              <a:t>Vercel</a:t>
            </a:r>
            <a:r>
              <a:rPr lang="en-US" sz="1800" dirty="0">
                <a:solidFill>
                  <a:srgbClr val="475569"/>
                </a:solidFill>
              </a:rPr>
              <a:t> CDN Edge Networks for optimized global delivery.</a:t>
            </a:r>
          </a:p>
          <a:p>
            <a:pPr>
              <a:lnSpc>
                <a:spcPct val="20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0F172A"/>
                </a:solidFill>
              </a:rPr>
              <a:t>• Backend Hosting: </a:t>
            </a:r>
            <a:r>
              <a:rPr lang="en-US" sz="1800" dirty="0">
                <a:solidFill>
                  <a:srgbClr val="475569"/>
                </a:solidFill>
              </a:rPr>
              <a:t>Hosted on Railway Node.js execution sandbox container node.</a:t>
            </a:r>
          </a:p>
          <a:p>
            <a:pPr>
              <a:lnSpc>
                <a:spcPct val="20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0F172A"/>
                </a:solidFill>
              </a:rPr>
              <a:t>• Database Hosting: </a:t>
            </a:r>
            <a:r>
              <a:rPr lang="en-US" sz="1800" dirty="0">
                <a:solidFill>
                  <a:srgbClr val="475569"/>
                </a:solidFill>
              </a:rPr>
              <a:t>Railway Managed PostgreSQL instance (Port 5432).</a:t>
            </a:r>
          </a:p>
          <a:p>
            <a:pPr>
              <a:lnSpc>
                <a:spcPct val="20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0F172A"/>
                </a:solidFill>
              </a:rPr>
              <a:t>• Cloud Storage: </a:t>
            </a:r>
            <a:r>
              <a:rPr lang="en-US" sz="1800" dirty="0" err="1">
                <a:solidFill>
                  <a:srgbClr val="475569"/>
                </a:solidFill>
              </a:rPr>
              <a:t>Cloudinary</a:t>
            </a:r>
            <a:r>
              <a:rPr lang="en-US" sz="1800" dirty="0">
                <a:solidFill>
                  <a:srgbClr val="475569"/>
                </a:solidFill>
              </a:rPr>
              <a:t> CDN for secure NIC verification uploads and crop images.</a:t>
            </a:r>
          </a:p>
          <a:p>
            <a:pPr>
              <a:lnSpc>
                <a:spcPct val="20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0F172A"/>
                </a:solidFill>
              </a:rPr>
              <a:t>• Third-Party Gateways: </a:t>
            </a:r>
            <a:r>
              <a:rPr lang="en-US" sz="1800" dirty="0">
                <a:solidFill>
                  <a:srgbClr val="475569"/>
                </a:solidFill>
              </a:rPr>
              <a:t>Twilio SMS API Sandbox and HARTI Scraper portal.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37160" rtlCol="0" anchor="ctr"/>
          <a:lstStyle/>
          <a:p>
            <a:pPr algn="ctr">
              <a:defRPr sz="1100" b="1">
                <a:solidFill>
                  <a:srgbClr val="22C55E"/>
                </a:solidFill>
              </a:defRPr>
            </a:pPr>
            <a:endParaRPr lang="en-US" dirty="0"/>
          </a:p>
          <a:p>
            <a:pPr algn="ctr">
              <a:defRPr sz="2100" b="1">
                <a:solidFill>
                  <a:srgbClr val="FFFFFF"/>
                </a:solidFill>
              </a:defRPr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 Empirical Testing &amp; Validation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tlCol="0" anchor="ctr"/>
          <a:lstStyle/>
          <a:p>
            <a:pPr algn="ctr">
              <a:defRPr sz="1600" b="1">
                <a:solidFill>
                  <a:srgbClr val="14532D"/>
                </a:solidFill>
              </a:defRPr>
            </a:pPr>
            <a:r>
              <a:rPr dirty="0"/>
              <a:t>🧪 Test Suite Results</a:t>
            </a:r>
          </a:p>
          <a:p>
            <a:pPr>
              <a:lnSpc>
                <a:spcPct val="150000"/>
              </a:lnSpc>
              <a:spcBef>
                <a:spcPts val="1400"/>
              </a:spcBef>
              <a:defRPr sz="1200">
                <a:solidFill>
                  <a:srgbClr val="475569"/>
                </a:solidFill>
              </a:defRPr>
            </a:pPr>
            <a:r>
              <a:rPr sz="1600" dirty="0"/>
              <a:t>Executed 15 structured test cases across Authentication, KYC, Marketplace, Rentals, Cryptographic Ledger, and Chat.</a:t>
            </a:r>
            <a:br>
              <a:rPr sz="1600" dirty="0"/>
            </a:br>
            <a:br>
              <a:rPr sz="1600" dirty="0"/>
            </a:br>
            <a:r>
              <a:rPr sz="1600" dirty="0"/>
              <a:t>• Total Tests: 15</a:t>
            </a:r>
            <a:br>
              <a:rPr sz="1600" dirty="0"/>
            </a:br>
            <a:r>
              <a:rPr sz="1600" dirty="0"/>
              <a:t>• Passed: 15 (100% Pass Rate)</a:t>
            </a:r>
            <a:br>
              <a:rPr sz="1600" dirty="0"/>
            </a:br>
            <a:r>
              <a:rPr sz="1600" dirty="0"/>
              <a:t>• Failed: 0 (0%)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tlCol="0" anchor="ctr"/>
          <a:lstStyle/>
          <a:p>
            <a:pPr algn="ctr">
              <a:defRPr sz="1600" b="1">
                <a:solidFill>
                  <a:srgbClr val="14532D"/>
                </a:solidFill>
              </a:defRPr>
            </a:pPr>
            <a:r>
              <a:rPr dirty="0"/>
              <a:t>⚡ System Latency Metrics</a:t>
            </a:r>
          </a:p>
          <a:p>
            <a:pPr>
              <a:lnSpc>
                <a:spcPct val="150000"/>
              </a:lnSpc>
              <a:spcBef>
                <a:spcPts val="1400"/>
              </a:spcBef>
              <a:defRPr sz="1200">
                <a:solidFill>
                  <a:srgbClr val="475569"/>
                </a:solidFill>
              </a:defRPr>
            </a:pPr>
            <a:r>
              <a:rPr sz="1600" dirty="0"/>
              <a:t>• SHA-256 Block Mining: 12ms average.</a:t>
            </a:r>
            <a:br>
              <a:rPr sz="1600" dirty="0"/>
            </a:br>
            <a:r>
              <a:rPr sz="1600" dirty="0"/>
              <a:t>• Socket.IO Chat Latency: &lt;45ms.</a:t>
            </a:r>
            <a:br>
              <a:rPr sz="1600" dirty="0"/>
            </a:br>
            <a:r>
              <a:rPr sz="1600" dirty="0"/>
              <a:t>• Ledger Traversal Scan: &lt;15ms.</a:t>
            </a:r>
            <a:br>
              <a:rPr sz="1600" dirty="0"/>
            </a:br>
            <a:r>
              <a:rPr sz="1600" dirty="0"/>
              <a:t>• DB Query Execution: Accelerated via PostgreSQL indexing.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tlCol="0" anchor="ctr"/>
          <a:lstStyle/>
          <a:p>
            <a:pPr algn="ctr">
              <a:defRPr sz="1600" b="1">
                <a:solidFill>
                  <a:srgbClr val="14532D"/>
                </a:solidFill>
              </a:defRPr>
            </a:pPr>
            <a:r>
              <a:rPr dirty="0"/>
              <a:t>📊 Lighthouse Audit Scores</a:t>
            </a:r>
          </a:p>
          <a:p>
            <a:pPr>
              <a:lnSpc>
                <a:spcPct val="150000"/>
              </a:lnSpc>
              <a:spcBef>
                <a:spcPts val="1400"/>
              </a:spcBef>
              <a:defRPr sz="1200">
                <a:solidFill>
                  <a:srgbClr val="475569"/>
                </a:solidFill>
              </a:defRPr>
            </a:pPr>
            <a:r>
              <a:rPr sz="1600" dirty="0"/>
              <a:t>Google Lighthouse Performance Audit:</a:t>
            </a:r>
            <a:br>
              <a:rPr sz="1600" dirty="0"/>
            </a:br>
            <a:br>
              <a:rPr sz="1600" dirty="0"/>
            </a:br>
            <a:r>
              <a:rPr sz="1600" dirty="0"/>
              <a:t>• Mobile Performance: 91 / 100</a:t>
            </a:r>
            <a:br>
              <a:rPr sz="1600" dirty="0"/>
            </a:br>
            <a:r>
              <a:rPr sz="1600" dirty="0"/>
              <a:t>• Mobile SEO: 91 / 100</a:t>
            </a:r>
            <a:br>
              <a:rPr sz="1600" dirty="0"/>
            </a:br>
            <a:r>
              <a:rPr sz="1600" dirty="0"/>
              <a:t>• Desktop Performance: 97 / 100</a:t>
            </a:r>
            <a:br>
              <a:rPr sz="1600" dirty="0"/>
            </a:br>
            <a:r>
              <a:rPr sz="1600" dirty="0"/>
              <a:t>• Desktop SEO: 91 / 100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37160" rtlCol="0" anchor="ctr"/>
          <a:lstStyle/>
          <a:p>
            <a:pPr algn="ctr">
              <a:defRPr sz="1100" b="1">
                <a:solidFill>
                  <a:srgbClr val="22C55E"/>
                </a:solidFill>
              </a:defRPr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2100" b="1">
                <a:solidFill>
                  <a:srgbClr val="FFFFFF"/>
                </a:solidFill>
              </a:defRPr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13. Project Financial Statement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AF8B1-7FB5-47DB-C522-6961D072C7FB}"/>
              </a:ext>
            </a:extLst>
          </p:cNvPr>
          <p:cNvSpPr txBox="1"/>
          <p:nvPr/>
        </p:nvSpPr>
        <p:spPr>
          <a:xfrm>
            <a:off x="2064258" y="2844890"/>
            <a:ext cx="8341614" cy="1651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1600" b="1">
                <a:solidFill>
                  <a:srgbClr val="0F172A"/>
                </a:solidFill>
              </a:defRPr>
            </a:pPr>
            <a:r>
              <a:rPr lang="en-US" dirty="0"/>
              <a:t>Backend &amp; Database Cloud Hosting (Railway Sandbox):</a:t>
            </a:r>
          </a:p>
          <a:p>
            <a:pPr>
              <a:spcBef>
                <a:spcPts val="1000"/>
              </a:spcBef>
              <a:defRPr sz="1800" b="1">
                <a:solidFill>
                  <a:srgbClr val="EAB308"/>
                </a:solidFill>
              </a:defRPr>
            </a:pPr>
            <a:r>
              <a:rPr lang="en-US" sz="2400" dirty="0"/>
              <a:t>$5 USD per month  ×  4 Months  =  6,460 LKR</a:t>
            </a:r>
          </a:p>
          <a:p>
            <a:pPr>
              <a:spcBef>
                <a:spcPts val="3000"/>
              </a:spcBef>
              <a:defRPr sz="2000" b="1">
                <a:solidFill>
                  <a:srgbClr val="14532D"/>
                </a:solidFill>
              </a:defRPr>
            </a:pPr>
            <a:r>
              <a:rPr lang="en-US" sz="2800" dirty="0"/>
              <a:t>Total Development &amp; Hosting Expenditure:  6,460 LKR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37160" rtlCol="0" anchor="ctr"/>
          <a:lstStyle/>
          <a:p>
            <a:pPr algn="ctr">
              <a:defRPr sz="1100" b="1">
                <a:solidFill>
                  <a:srgbClr val="22C55E"/>
                </a:solidFill>
              </a:defRPr>
            </a:pPr>
            <a:endParaRPr lang="en-US" dirty="0"/>
          </a:p>
          <a:p>
            <a:pPr algn="ctr">
              <a:defRPr sz="2100" b="1">
                <a:solidFill>
                  <a:srgbClr val="FFFFFF"/>
                </a:solidFill>
              </a:defRPr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14. System Limitations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46704" y="1527048"/>
            <a:ext cx="512064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1700" b="1">
                <a:solidFill>
                  <a:srgbClr val="B91C1C"/>
                </a:solidFill>
              </a:defRPr>
            </a:pPr>
            <a:endParaRPr lang="en-US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0F172A"/>
                </a:solidFill>
              </a:rPr>
              <a:t>• Centralized DB Dependency: </a:t>
            </a:r>
            <a:r>
              <a:rPr lang="en-US" sz="1600" dirty="0">
                <a:solidFill>
                  <a:srgbClr val="475569"/>
                </a:solidFill>
              </a:rPr>
              <a:t>Ledger resides inside centralized PostgreSQL; direct DB console access could alter rows.</a:t>
            </a: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sz="1600" b="1" dirty="0">
                <a:solidFill>
                  <a:srgbClr val="0F172A"/>
                </a:solidFill>
              </a:rPr>
              <a:t>• Manual KYC Bottleneck: </a:t>
            </a:r>
            <a:r>
              <a:rPr sz="1600" dirty="0">
                <a:solidFill>
                  <a:srgbClr val="475569"/>
                </a:solidFill>
              </a:rPr>
              <a:t>NIC review requires manual admin inspection, introducing human verification latency.</a:t>
            </a: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sz="1600" b="1" dirty="0">
                <a:solidFill>
                  <a:srgbClr val="0F172A"/>
                </a:solidFill>
              </a:rPr>
              <a:t>• Internet-Only Client: </a:t>
            </a:r>
            <a:r>
              <a:rPr sz="1600" dirty="0">
                <a:solidFill>
                  <a:srgbClr val="475569"/>
                </a:solidFill>
              </a:rPr>
              <a:t>Requires continuous mobile data, restricting access for remote farmers with basic feature phones.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37160" rtlCol="0" anchor="ctr"/>
          <a:lstStyle/>
          <a:p>
            <a:pPr algn="ctr">
              <a:defRPr sz="1100" b="1">
                <a:solidFill>
                  <a:srgbClr val="22C55E"/>
                </a:solidFill>
              </a:defRPr>
            </a:pPr>
            <a:endParaRPr dirty="0"/>
          </a:p>
          <a:p>
            <a:pPr algn="ctr">
              <a:defRPr sz="2100" b="1">
                <a:solidFill>
                  <a:srgbClr val="FFFFFF"/>
                </a:solidFill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15. Conclusion &amp; Future Work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1700" b="1">
                <a:solidFill>
                  <a:srgbClr val="14532D"/>
                </a:solidFill>
              </a:defRPr>
            </a:pPr>
            <a:r>
              <a:t>🎉 Project Achievements Summary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</a:defRPr>
            </a:pPr>
            <a:r>
              <a:rPr sz="1600"/>
              <a:t>✓  Engineered a scalable B2B marketplace bridging Sri Lanka's agrarian supply chain gaps.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</a:defRPr>
            </a:pPr>
            <a:r>
              <a:rPr sz="1600"/>
              <a:t>✓  Eliminated middleman price exploitation through direct buyer-seller trading.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</a:defRPr>
            </a:pPr>
            <a:r>
              <a:rPr sz="1600"/>
              <a:t>✓  Increased equipment utilization via an integrated machinery sharing economy.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</a:defRPr>
            </a:pPr>
            <a:r>
              <a:rPr sz="1600"/>
              <a:t>✓  Guaranteed contract immutability using SHA-256 cryptographic chaining.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</a:defRPr>
            </a:pPr>
            <a:r>
              <a:rPr sz="1600"/>
              <a:t>✓  Achieved 100% test pass rate and 92% System Usability Scale (SUS) score.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1700" b="1">
                <a:solidFill>
                  <a:srgbClr val="14532D"/>
                </a:solidFill>
              </a:defRPr>
            </a:pPr>
            <a:r>
              <a:rPr dirty="0"/>
              <a:t>🚀 Future Work Roadmap</a:t>
            </a:r>
          </a:p>
          <a:p>
            <a:pPr>
              <a:spcBef>
                <a:spcPts val="600"/>
              </a:spcBef>
            </a:pPr>
            <a:r>
              <a:rPr sz="1600" b="1" dirty="0">
                <a:solidFill>
                  <a:srgbClr val="0F172A"/>
                </a:solidFill>
              </a:rPr>
              <a:t>• Escrow Payment Gateway: </a:t>
            </a:r>
            <a:r>
              <a:rPr sz="1600" dirty="0" err="1">
                <a:solidFill>
                  <a:srgbClr val="475569"/>
                </a:solidFill>
              </a:rPr>
              <a:t>PayHere</a:t>
            </a:r>
            <a:r>
              <a:rPr sz="1600" dirty="0">
                <a:solidFill>
                  <a:srgbClr val="475569"/>
                </a:solidFill>
              </a:rPr>
              <a:t> / </a:t>
            </a:r>
            <a:r>
              <a:rPr sz="1600" dirty="0" err="1">
                <a:solidFill>
                  <a:srgbClr val="475569"/>
                </a:solidFill>
              </a:rPr>
              <a:t>DirectPay</a:t>
            </a:r>
            <a:r>
              <a:rPr sz="1600" dirty="0">
                <a:solidFill>
                  <a:srgbClr val="475569"/>
                </a:solidFill>
              </a:rPr>
              <a:t> integration holding funds until machinery return.</a:t>
            </a:r>
          </a:p>
          <a:p>
            <a:pPr>
              <a:spcBef>
                <a:spcPts val="600"/>
              </a:spcBef>
            </a:pPr>
            <a:r>
              <a:rPr sz="1600" b="1" dirty="0">
                <a:solidFill>
                  <a:srgbClr val="0F172A"/>
                </a:solidFill>
              </a:rPr>
              <a:t>• Decentralized Ledger (DLT): </a:t>
            </a:r>
            <a:r>
              <a:rPr sz="1600" dirty="0">
                <a:solidFill>
                  <a:srgbClr val="475569"/>
                </a:solidFill>
              </a:rPr>
              <a:t>Hyperledger Fabric migration to eliminate single-point-of-failure.</a:t>
            </a:r>
          </a:p>
          <a:p>
            <a:pPr>
              <a:spcBef>
                <a:spcPts val="600"/>
              </a:spcBef>
            </a:pPr>
            <a:r>
              <a:rPr sz="1600" b="1" dirty="0">
                <a:solidFill>
                  <a:srgbClr val="0F172A"/>
                </a:solidFill>
              </a:rPr>
              <a:t>• Automated AI KYC: </a:t>
            </a:r>
            <a:r>
              <a:rPr sz="1600" dirty="0">
                <a:solidFill>
                  <a:srgbClr val="475569"/>
                </a:solidFill>
              </a:rPr>
              <a:t>OCR and Computer Vision models for automatic NIC parsing.</a:t>
            </a:r>
          </a:p>
          <a:p>
            <a:pPr>
              <a:spcBef>
                <a:spcPts val="600"/>
              </a:spcBef>
            </a:pPr>
            <a:r>
              <a:rPr sz="1600" b="1" dirty="0">
                <a:solidFill>
                  <a:srgbClr val="0F172A"/>
                </a:solidFill>
              </a:rPr>
              <a:t>• IPFS Document Storage: </a:t>
            </a:r>
            <a:r>
              <a:rPr sz="1600" dirty="0">
                <a:solidFill>
                  <a:srgbClr val="475569"/>
                </a:solidFill>
              </a:rPr>
              <a:t>Decentralized peer-to-peer storage for user identity files.</a:t>
            </a:r>
          </a:p>
          <a:p>
            <a:pPr>
              <a:spcBef>
                <a:spcPts val="600"/>
              </a:spcBef>
            </a:pPr>
            <a:r>
              <a:rPr sz="1600" b="1" dirty="0">
                <a:solidFill>
                  <a:srgbClr val="0F172A"/>
                </a:solidFill>
              </a:rPr>
              <a:t>• Interactive USSD &amp; Offline SMS: </a:t>
            </a:r>
            <a:r>
              <a:rPr sz="1600" dirty="0">
                <a:solidFill>
                  <a:srgbClr val="475569"/>
                </a:solidFill>
              </a:rPr>
              <a:t>Allows feature phone users to trade without internet.</a:t>
            </a:r>
          </a:p>
          <a:p>
            <a:pPr>
              <a:spcBef>
                <a:spcPts val="600"/>
              </a:spcBef>
            </a:pPr>
            <a:r>
              <a:rPr sz="1600" b="1" dirty="0">
                <a:solidFill>
                  <a:srgbClr val="0F172A"/>
                </a:solidFill>
              </a:rPr>
              <a:t>• IoT Telemetry Sensors: </a:t>
            </a:r>
            <a:r>
              <a:rPr sz="1600" dirty="0">
                <a:solidFill>
                  <a:srgbClr val="475569"/>
                </a:solidFill>
              </a:rPr>
              <a:t>GPS and runtime logging IoT sensors on rental equipment.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644170"/>
            <a:ext cx="944849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22C55E"/>
                </a:solidFill>
              </a:defRPr>
            </a:pPr>
            <a:r>
              <a:rPr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1239</Words>
  <Application>Microsoft Office PowerPoint</Application>
  <PresentationFormat>Widescreen</PresentationFormat>
  <Paragraphs>120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Rashminda Aluvihare</cp:lastModifiedBy>
  <cp:revision>1</cp:revision>
  <dcterms:created xsi:type="dcterms:W3CDTF">2013-01-27T09:14:16Z</dcterms:created>
  <dcterms:modified xsi:type="dcterms:W3CDTF">2026-07-04T03:51:37Z</dcterms:modified>
  <cp:category/>
</cp:coreProperties>
</file>